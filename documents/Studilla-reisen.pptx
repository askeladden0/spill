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Timer</c:v>
                </c:pt>
              </c:strCache>
            </c:strRef>
          </c:tx>
          <c:spPr>
            <a:solidFill>
              <a:srgbClr val="2EE8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Design og mockuper</c:v>
                  </c:pt>
                  <c:pt idx="1">
                    <c:v>Backend og Supabase</c:v>
                  </c:pt>
                  <c:pt idx="2">
                    <c:v>Spillutvikling</c:v>
                  </c:pt>
                  <c:pt idx="3">
                    <c:v>UX-polering og fiksing</c:v>
                  </c:pt>
                  <c:pt idx="4">
                    <c:v>Guider og innhold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20</c:v>
                </c:pt>
                <c:pt idx="2">
                  <c:v>24</c:v>
                </c:pt>
                <c:pt idx="3">
                  <c:v>16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8EDF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  <c:min val="0"/>
        </c:scaling>
        <c:delete val="0"/>
        <c:axPos val="b"/>
        <c:majorGridlines>
          <c:spPr>
            <a:ln w="12700" cap="flat">
              <a:solidFill>
                <a:srgbClr val="2630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6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117"/>
        </a:solidFill>
        <a:ln>
          <a:noFill/>
        </a:ln>
        <a:effectLst/>
      </c:spPr>
    </c:plotArea>
    <c:plotVisOnly val="1"/>
    <c:dispBlanksAs val="span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Studilla er en norsk spillnettside for elever. Denne presentasjonen går gjennom hele prosessen fra første designfil til dagens versjon.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Bevisst valg om å holde stacken minimal: ingen npm-avhengigheter i frontend, alt kan åpnes rett i nettleseren.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Designfilene ligger fortsatt i repoet som .dc.html og fungerer som fasit for hvordan sidene skal se 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Fargene er definert som CSS-variabler i :root, slik at hele siden endres fra ett 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Fasene er utledet av commit-datoene: 23 commits i fase 1, 60 i fase 2 og 30 i fase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Feature-flags.js er sentral bryter. Koden bak nivåsystemet ligger fortsatt i repoet.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Denne serien går fra 3. til 7. september og er den enkeltsaken som tok flest commits.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Samme mønster brukes to ganger: for spill og for guider. Det er det valget som har spart mest tid over tid.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seks spillene ligger i js/games/ og kjøres gjennom felles game-runtime.js.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Dette er hovedpoenget i hele reisen: retningen snudde fra å utvide til å stramme inn.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Guidene bruker samme id-baserte mal som spillene – det arkitekturvalget fra fase 1 betalte seg 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Timefordelingen er et anslag basert på hvor commitene faller; totalen på 80 timer er oppgitt av meg selv.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 kjører fortsatt uten npm-avhengigheter i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Avslutning: de fire lærdommene er de som faktisk endret hvordan jeg jobbet underveis.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737360"/>
            <a:ext cx="5852160" cy="5852160"/>
          </a:xfrm>
          <a:prstGeom prst="ellipse">
            <a:avLst/>
          </a:prstGeom>
          <a:solidFill>
            <a:srgbClr val="2EE87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457200"/>
            <a:ext cx="3108960" cy="3108960"/>
          </a:xfrm>
          <a:prstGeom prst="ellipse">
            <a:avLst/>
          </a:prstGeom>
          <a:solidFill>
            <a:srgbClr val="2EE87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STUDILLA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 tom mappe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 ferdig spillnettside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 reisen: designvalgene, omveiene, timene og det jeg satt igjen med.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8006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E8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468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48006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E8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5468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48006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E8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5468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48006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E8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5468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august – 8.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UTGANGSPUNKTET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 Studilla skulle være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 side der elever kan spille enkle, kjente nettleserspill – med egen konto, rekorder og etter hvert læringsressurser. Bygget som statisk frontend mot Supabase, uten rammeverk.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825496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825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69748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Statisk frontend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3044952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 HTML, CSS og JavaScript. Ingen byggesteg, ingen rammeverk – lastes rett fra fil.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032504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90448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som backend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425196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Innlogging, profiler, rekorder og nivåer i Postgres med RLS på alle tabeller.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239512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239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511149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 mal per innholdstype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545896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player.html viser alle spill, guide.html alle guider. Aldri én fil per element.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35240" y="1481328"/>
            <a:ext cx="3886200" cy="4617720"/>
          </a:xfrm>
          <a:prstGeom prst="roundRect">
            <a:avLst>
              <a:gd name="adj" fmla="val 3294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001000" y="1783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PROSJEKTET I TALL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00100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9 126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9555480" y="2331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linjer JavaScript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299923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4 254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555480" y="30906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linjer CSS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375818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1 867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555480" y="384962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linjer SQL-skjema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451713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7 393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555480" y="460857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linjer HTML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001000" y="52760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555480" y="53675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databasetabeller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 1 · DESIGN FØR KODE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Elleve mockuper før første linje kode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 siden ble tegnet ut som ferdige HTML-designfiler først. Det gjorde at fargevalg, avstander og komponenter var avgjort før koden skulle skrives – og at flere av dem kunne kastes uten at det kostet noe.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542032" cy="969264"/>
          </a:xfrm>
          <a:prstGeom prst="roundRect">
            <a:avLst>
              <a:gd name="adj" fmla="val 13208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26791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Spillnettside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forsiden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2514600"/>
            <a:ext cx="2542032" cy="969264"/>
          </a:xfrm>
          <a:prstGeom prst="roundRect">
            <a:avLst>
              <a:gd name="adj" fmla="val 13208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1880" y="26791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Spillmal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spillsiden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1344" y="2514600"/>
            <a:ext cx="2542032" cy="969264"/>
          </a:xfrm>
          <a:prstGeom prst="roundRect">
            <a:avLst>
              <a:gd name="adj" fmla="val 13208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82512" y="26791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ny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51976" y="2514600"/>
            <a:ext cx="2542032" cy="969264"/>
          </a:xfrm>
          <a:prstGeom prst="roundRect">
            <a:avLst>
              <a:gd name="adj" fmla="val 13208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53144" y="26791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Rangering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9153144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topplister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2542032" cy="969264"/>
          </a:xfrm>
          <a:prstGeom prst="roundRect">
            <a:avLst>
              <a:gd name="adj" fmla="val 13208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41248" y="38679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(kasser)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belønninger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10712" y="3703320"/>
            <a:ext cx="2542032" cy="969264"/>
          </a:xfrm>
          <a:prstGeom prst="roundRect">
            <a:avLst>
              <a:gd name="adj" fmla="val 13208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611880" y="38679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(kasser) NY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revisjon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81344" y="3703320"/>
            <a:ext cx="2542032" cy="969264"/>
          </a:xfrm>
          <a:prstGeom prst="roundRect">
            <a:avLst>
              <a:gd name="adj" fmla="val 13208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82512" y="38679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Premier_ny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revisjon 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51976" y="3703320"/>
            <a:ext cx="2542032" cy="969264"/>
          </a:xfrm>
          <a:prstGeom prst="roundRect">
            <a:avLst>
              <a:gd name="adj" fmla="val 13208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153144" y="38679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Nivaa opp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9153144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nivå-popup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892040"/>
            <a:ext cx="2542032" cy="969264"/>
          </a:xfrm>
          <a:prstGeom prst="roundRect">
            <a:avLst>
              <a:gd name="adj" fmla="val 13208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41248" y="50566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Adminpanel nytt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841248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410712" y="4892040"/>
            <a:ext cx="2542032" cy="969264"/>
          </a:xfrm>
          <a:prstGeom prst="roundRect">
            <a:avLst>
              <a:gd name="adj" fmla="val 13208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3611880" y="50566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Cookie-banner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3611880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samtykke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81344" y="4892040"/>
            <a:ext cx="2542032" cy="969264"/>
          </a:xfrm>
          <a:prstGeom prst="roundRect">
            <a:avLst>
              <a:gd name="adj" fmla="val 13208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382512" y="50566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6382512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kontaktside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951976" y="4892040"/>
            <a:ext cx="2542032" cy="969264"/>
          </a:xfrm>
          <a:prstGeom prst="roundRect">
            <a:avLst>
              <a:gd name="adj" fmla="val 13208"/>
            </a:avLst>
          </a:prstGeom>
          <a:solidFill>
            <a:srgbClr val="1D2736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9153144" y="50749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av elleve filer er premie-siden, tegnet om to ganger – og til slutt skrudd av.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DESIGNVALG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Ett fargesystem, holdt gjennom hele veien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Mørkt grensesnitt med én sterk grønnfarge. Alt ligger som CSS-variabler i style.css, så en endring slår ut på alle sider samtidig.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0D1117"/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#0D1117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89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Bakgrunn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251460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161E2B"/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331720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#161E2B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4389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Kort og flater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0" y="251460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2EE87F"/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023360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#2EE87F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4389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15000" y="251460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E8EDF5"/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715000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#E8EDF5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715000" y="4389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983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Poppins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5321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 font gjennom hele siden – ingen sekundærfont, ingen unntak.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635240" y="1481328"/>
            <a:ext cx="3886200" cy="4617720"/>
          </a:xfrm>
          <a:prstGeom prst="roundRect">
            <a:avLst>
              <a:gd name="adj" fmla="val 3294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001000" y="1783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HVORFOR MØRKT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01000" y="2368296"/>
            <a:ext cx="146304" cy="14630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75320" y="2286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Spillene er selve innholdet – en mørk ramme forsvinner rundt dem i stedet for å konkurrere.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01000" y="3666744"/>
            <a:ext cx="146304" cy="14630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75320" y="358444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Grønnfargen kan brukes sparsomt og likevel bli lagt merke til: knapper, poeng, aktive menypunkter.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01000" y="4965192"/>
            <a:ext cx="146304" cy="14630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5320" y="4882896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tema betyr halvparten så mye CSS å vedlikeholde som lyst og mørkt parallelt.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TIDSLINJE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faser på atten dager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83280" cy="4206240"/>
          </a:xfrm>
          <a:prstGeom prst="roundRect">
            <a:avLst>
              <a:gd name="adj" fmla="val 3784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22.–28. AUG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128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88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EE8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4904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Supabase-innlogging, nivåstige, kasser og rabattkoder, vilkår, cookie-samtykke, kontaktside. Alt av backend på plass.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3383280" cy="4206240"/>
          </a:xfrm>
          <a:prstGeom prst="roundRect">
            <a:avLst>
              <a:gd name="adj" fmla="val 3784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6344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C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1.–4. SEPT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2128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Forenkling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788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CF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74904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prosjektet skjer her: premiesystemet skrus av, grensesnittet strippes, og alle seks spillene får egen visuell identitet.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38160" y="1600200"/>
            <a:ext cx="3383280" cy="4206240"/>
          </a:xfrm>
          <a:prstGeom prst="roundRect">
            <a:avLst>
              <a:gd name="adj" fmla="val 3784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1248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7B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5.–8. SEPT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2128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Innhold og mobil</a:t>
            </a:r>
            <a:endParaRPr lang="en-US" sz="23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7889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7BD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600" dirty="0"/>
          </a:p>
        </p:txBody>
      </p:sp>
      <p:sp>
        <p:nvSpPr>
          <p:cNvPr id="20" name="Text 18"/>
          <p:cNvSpPr txBox="1"/>
          <p:nvPr/>
        </p:nvSpPr>
        <p:spPr>
          <a:xfrm>
            <a:off x="937260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374904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Guider og ressurser, Umami-statistikk, velkomstpopup fra skolesaus.no, ny hamburgermeny på mobil.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Mellom fasene ligger to pauser – 24.–27. august og 29.–31. august. Prosjektet gikk i rykk, ikke jevnt.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DESIGNVALG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Å skru av det jeg nettopp hadde bygget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Nivåer, kasser, lykkehjul og rabattkoder var ferdig bygget – database, popup-er, admin-verktøy og hele premier.html. Så viste det seg at det gjorde siden mer komplisert enn den var verdt for en bruker som bare skulle spille.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257800" cy="3566160"/>
          </a:xfrm>
          <a:prstGeom prst="roundRect">
            <a:avLst>
              <a:gd name="adj" fmla="val 3590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VALGET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1089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Én funksjonsbryter</a:t>
            </a:r>
            <a:endParaRPr lang="en-US" sz="2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stedet for sletting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0690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levelsEnabled: false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52628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 linje i feature-flags.js skjuler nivå-widgeten, premier-siden, nivå opp-popupen og game over-kortet. Koden og databasen står urørt, og alt kan slås på igjen når som helst.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2514600"/>
            <a:ext cx="5257800" cy="3566160"/>
          </a:xfrm>
          <a:prstGeom prst="roundRect">
            <a:avLst>
              <a:gd name="adj" fmla="val 3590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REGNSKAPET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2004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32004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Rundt en uke med arbeid ble usynlig for brukerne over natten.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1605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Gevinst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41605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Forsiden ble ren og forståelig – spillene fikk plassen tilbake.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51206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Lærdom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51206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Ferdig bygget er ikke det samme som verdt å vise. Å skru av er billigere enn å slette.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DESIGNVALG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Sju runder på ett enkelt krav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enkleste kravet i hele prosjektet ble det vanskeligste. Hver løsning avdekket et nytt lag av problemet.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42032" cy="1828800"/>
          </a:xfrm>
          <a:prstGeom prst="roundRect">
            <a:avLst>
              <a:gd name="adj" fmla="val 7000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50008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620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Gjør spillmodulen større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4290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Fyll skjermen mellom topp- og bunnmeny.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10712" y="2148840"/>
            <a:ext cx="2542032" cy="1828800"/>
          </a:xfrm>
          <a:prstGeom prst="roundRect">
            <a:avLst>
              <a:gd name="adj" fmla="val 7000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350008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39312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28620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Fjern alt rundt spillet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34290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Tittel, beskrivelse, demoboks og «Nytt spill»-knapp ut.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1344" y="2148840"/>
            <a:ext cx="2542032" cy="1828800"/>
          </a:xfrm>
          <a:prstGeom prst="roundRect">
            <a:avLst>
              <a:gd name="adj" fmla="val 7000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9944" y="2350008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9944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28620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Skaler spillet til boksen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34290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HUD-en samles midt over brettet.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51976" y="2148840"/>
            <a:ext cx="2542032" cy="1828800"/>
          </a:xfrm>
          <a:prstGeom prst="roundRect">
            <a:avLst>
              <a:gd name="adj" fmla="val 7000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80576" y="2350008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80576" y="2350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80576" y="28620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Lås scroll, fjern bunnmeny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80576" y="34290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Spillsiden blir en egen modus, ikke en vanlig side.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160520"/>
            <a:ext cx="2542032" cy="1828800"/>
          </a:xfrm>
          <a:prstGeom prst="roundRect">
            <a:avLst>
              <a:gd name="adj" fmla="val 7000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4361688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48737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Gjør boksen usynlig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54406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Rammen forsvinner, spillet er hele flaten.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10712" y="4160520"/>
            <a:ext cx="2542032" cy="1828800"/>
          </a:xfrm>
          <a:prstGeom prst="roundRect">
            <a:avLst>
              <a:gd name="adj" fmla="val 7000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39312" y="4361688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639312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3639312" y="48737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den ekte årsaken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639312" y="54406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Brettbredde koblet til vw hindret oppskalering.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81344" y="4160520"/>
            <a:ext cx="2542032" cy="1828800"/>
          </a:xfrm>
          <a:prstGeom prst="roundRect">
            <a:avLst>
              <a:gd name="adj" fmla="val 7000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9944" y="4361688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09944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409944" y="48737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Riktig måling og skarpe canvas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409944" y="54406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ut av det skalerte skallet – endelig løsning.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951976" y="4160520"/>
            <a:ext cx="2542032" cy="1828800"/>
          </a:xfrm>
          <a:prstGeom prst="roundRect">
            <a:avLst>
              <a:gd name="adj" fmla="val 7000"/>
            </a:avLst>
          </a:prstGeom>
          <a:solidFill>
            <a:srgbClr val="1D2736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9180576" y="4389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Lærdom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180576" y="4754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 forsøk justerte utseendet. Det sjuende leste hvordan brettbredden faktisk ble regnet ut – da løste det seg.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DESIGNVALG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Én mal, ikke én fil per spill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avgjørende arkitekturvalget: player.html viser hvilket som helst spill ut fra ?id= i URL-en, og guide.html gjør nøyaktig det samme for guider. Nye spill og guider legges til som data, ikke som filer.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257800" cy="3566160"/>
          </a:xfrm>
          <a:prstGeom prst="roundRect">
            <a:avLst>
              <a:gd name="adj" fmla="val 3590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 MALEN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461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32461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 HTML-fil per spill og per guide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9319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9319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Endring i menyen må gjøres i alle filene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6177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6177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funksjon i spillrammen kopieres manuelt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53035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53035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 retting må gjentas i hver eneste fil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63640" y="2514600"/>
            <a:ext cx="5257800" cy="3566160"/>
          </a:xfrm>
          <a:prstGeom prst="roundRect">
            <a:avLst>
              <a:gd name="adj" fmla="val 3590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8368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MALEN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2461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2461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Nytt spill = ett objekt i games-data.js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9319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9319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guide = én rad i databasen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6177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46177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Menyen bygges av layout.js på alle sider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3035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53035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 retting virker overalt med én gang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SPILLENE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Seks spill – fra generisk til gjenkjennelig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Spillene startet som fungerende, men anonyme versjoner. Fase 2 gikk i stor grad ut på å gi hvert enkelt spill sin egen visuelle identitet og riktige spillfølelse.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383280" cy="1645920"/>
          </a:xfrm>
          <a:prstGeom prst="roundRect">
            <a:avLst>
              <a:gd name="adj" fmla="val 7778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089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10×10-brett, sjakkmønstrede grønntoner, sammenhengende blå slange med animert ansikt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2468880"/>
            <a:ext cx="3383280" cy="1645920"/>
          </a:xfrm>
          <a:prstGeom prst="roundRect">
            <a:avLst>
              <a:gd name="adj" fmla="val 7778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Tetris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1089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Glansfulle klosser og fire egne animasjonseffekter ved linjefjerning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2468880"/>
            <a:ext cx="3383280" cy="1645920"/>
          </a:xfrm>
          <a:prstGeom prst="roundRect">
            <a:avLst>
              <a:gd name="adj" fmla="val 7778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1248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Shooter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31089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7:6-brett, pil i stedet for siktelinje, kule-assets med glans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3383280" cy="1645920"/>
          </a:xfrm>
          <a:prstGeom prst="roundRect">
            <a:avLst>
              <a:gd name="adj" fmla="val 7778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572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Fruktfusjon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9834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Fysikk, spawn og game over portet fra subak-game, ti illustrerte frukter med egne hitbokser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89120" y="4343400"/>
            <a:ext cx="3383280" cy="1645920"/>
          </a:xfrm>
          <a:prstGeom prst="roundRect">
            <a:avLst>
              <a:gd name="adj" fmla="val 7778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663440" y="4572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9834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Rettet feilplasserte brikker, gjenbruker samme skall som resten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38160" y="4343400"/>
            <a:ext cx="3383280" cy="1645920"/>
          </a:xfrm>
          <a:prstGeom prst="roundRect">
            <a:avLst>
              <a:gd name="adj" fmla="val 7778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412480" y="4572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Blast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49834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Zoom-bug fikset, spillfølelsen hentet fra referansespillet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 sammen 9 126 linjer JavaScript, hvorav spillmotorene utgjør den største enkeltdelen.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MØNSTERET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Prosjektet gikk fra å legge til – til å fjerne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39 commitene 3. september handler nesten utelukkende om å ta bort. Det er der siden faktisk ble bra.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167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Nivå- og premiesystemet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214884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681728" y="2167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Demo-boks og demo-tag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214884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430768" y="2167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Tidsvisning på forsiden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80720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8254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Tittel og beskrivelse på spillsiden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80720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28254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Beskrivelsestekst inni spillene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80720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30768" y="28254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«Nytt spill»-knappen i HUD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6557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4838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Grønn glødeeffekt ved poeng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346557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681728" y="34838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Hint-teksten i Fruktfusjon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346557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430768" y="34838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Bunnmenyen på spillsiden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123944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" y="41422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«Poeng du hadde hatt»-visningen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389120" y="4123944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681728" y="41422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Rammen rundt spillboksen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4123944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430768" y="41422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Horisontal scroll i mobilmenyen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5029200"/>
            <a:ext cx="10881360" cy="1234440"/>
          </a:xfrm>
          <a:prstGeom prst="roundRect">
            <a:avLst>
              <a:gd name="adj" fmla="val 10370"/>
            </a:avLst>
          </a:prstGeom>
          <a:solidFill>
            <a:srgbClr val="1D2736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005840" y="5285232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Hver eneste ting på listen var noe jeg først hadde bygget, og som virket fornuftig der og da. Det som gjorde siden god, var å tørre å fjerne det igjen når det viste seg å stå i veien for spillet.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 FASE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 spillside til ressursside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spillene satt, ble siden utvidet med noe helt annet: fagstoff. Samme malmønster som spillene, men for guider.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Guider og ressurser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432304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guider.html og guide.html, med guider og moduler i databasen. Admin kan redigere og skjule guider direkte fra siden.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194560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220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2103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ferdige ressurser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2432304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Norsk-/nynorskmal, P-matte-snarveier og nynorsk-oversetter – pluss regneark og hjelpehefte som nedlastbare dokumenter.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11880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Umami-statistikk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849624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Sporingsskript på alle sider, og adminpanelet viser antall aktive besøkende i dag.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3611880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7220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mobilmeny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3849624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Horisontal scroll byttet ut med hamburger-dropdown – siden fungerer nå ordentlig på telefon.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029200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937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Velkomstpopup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5266944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Besøkende som kommer fra skolesaus.no får en egen introduksjon.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5029200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4937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Kreditering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5266944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«Lagd av Snorre Saus» med TikTok-lenke i topp- og bunnmeny.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TIDSBRUK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timer, fordelt på fem områder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Anslått fordeling av de 80 timene. Spillene og poleringen tok til sammen halvparten – langt mer enn planlagt.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96596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965960"/>
            <a:ext cx="3886200" cy="4206240"/>
          </a:xfrm>
          <a:prstGeom prst="roundRect">
            <a:avLst>
              <a:gd name="adj" fmla="val 3294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95528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 I SAMMENHENG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t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9646920" y="28163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totalt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34472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64692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kalenderdager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41970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4,4 t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9646920" y="43159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aktiv dag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955280" y="494690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42 min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9646920" y="50657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commit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5532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Arbeidet kom i konsentrerte økter – ni dager med commits, ni dager uten.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Slik ser Studilla ut i dag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42032" cy="1234440"/>
          </a:xfrm>
          <a:prstGeom prst="roundRect">
            <a:avLst>
              <a:gd name="adj" fmla="val 10370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01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Forside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Dagens spill og rutenett med alle spill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600200"/>
            <a:ext cx="2542032" cy="1234440"/>
          </a:xfrm>
          <a:prstGeom prst="roundRect">
            <a:avLst>
              <a:gd name="adj" fmla="val 10370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39312" y="1801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Spillside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1488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 spill i én skjermfyllende mal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1344" y="1600200"/>
            <a:ext cx="2542032" cy="1234440"/>
          </a:xfrm>
          <a:prstGeom prst="roundRect">
            <a:avLst>
              <a:gd name="adj" fmla="val 10370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9944" y="1801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Guider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21488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Egne fagressurser med moduler og dokumenter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51976" y="1600200"/>
            <a:ext cx="2542032" cy="1234440"/>
          </a:xfrm>
          <a:prstGeom prst="roundRect">
            <a:avLst>
              <a:gd name="adj" fmla="val 10370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80576" y="1801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Konto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21488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Brukernavn og passord, uten e-post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063240"/>
            <a:ext cx="2542032" cy="1234440"/>
          </a:xfrm>
          <a:prstGeom prst="roundRect">
            <a:avLst>
              <a:gd name="adj" fmla="val 10370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3264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Rangering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6118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Topplister og personlige rekorder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063240"/>
            <a:ext cx="2542032" cy="1234440"/>
          </a:xfrm>
          <a:prstGeom prst="roundRect">
            <a:avLst>
              <a:gd name="adj" fmla="val 10370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639312" y="3264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Adminpanel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3639312" y="36118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Statistikk, brukere, spill og guider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81344" y="3063240"/>
            <a:ext cx="2542032" cy="1234440"/>
          </a:xfrm>
          <a:prstGeom prst="roundRect">
            <a:avLst>
              <a:gd name="adj" fmla="val 10370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09944" y="3264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36118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Hamburgermeny og skjermfyllende spill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51976" y="3063240"/>
            <a:ext cx="2542032" cy="1234440"/>
          </a:xfrm>
          <a:prstGeom prst="roundRect">
            <a:avLst>
              <a:gd name="adj" fmla="val 10370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180576" y="3264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Personvern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9180576" y="36118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Vilkår, cookie-samtykke og RLS i databasen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663440"/>
            <a:ext cx="10881360" cy="1463040"/>
          </a:xfrm>
          <a:prstGeom prst="roundRect">
            <a:avLst>
              <a:gd name="adj" fmla="val 8750"/>
            </a:avLst>
          </a:prstGeom>
          <a:solidFill>
            <a:srgbClr val="1D2736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05840" y="493776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statisk nettsted uten rammeverk eller byggesteg, som likevel har innlogging, database med seksten tabeller, seks spillmotorer, eget adminpanel og redigerbare guider – og som lastes rett fra fil.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LÆRDOMMER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 ting jeg tar med videre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1874520"/>
          </a:xfrm>
          <a:prstGeom prst="roundRect">
            <a:avLst>
              <a:gd name="adj" fmla="val 6829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20240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65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først sparer kode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48716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Elleve mockuper før første kodelinje gjorde at fargevalg og komponenter var avgjort på forhånd. Tre av dem ble forkastet – i designfil, ikke i ferdig kode.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212080" cy="1874520"/>
          </a:xfrm>
          <a:prstGeom prst="roundRect">
            <a:avLst>
              <a:gd name="adj" fmla="val 6829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1920240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64808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965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 for å kunne skru av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64808" y="248716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Funksjonsbryteren reddet en ukes arbeid fra å bli slettet. Å kunne gjemme noe er nesten alltid bedre enn å måtte fjerne det.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212080" cy="1874520"/>
          </a:xfrm>
          <a:prstGeom prst="roundRect">
            <a:avLst>
              <a:gd name="adj" fmla="val 6829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069080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14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er ikke årsak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63600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Sju forsøk på skjermfylling. De seks første justerte utseendet; det sjuende leste hvordan tallet faktisk ble regnet ut.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212080" cy="1874520"/>
          </a:xfrm>
          <a:prstGeom prst="roundRect">
            <a:avLst>
              <a:gd name="adj" fmla="val 6829"/>
            </a:avLst>
          </a:prstGeom>
          <a:solidFill>
            <a:srgbClr val="161E2B"/>
          </a:solidFill>
          <a:ln w="9525">
            <a:solidFill>
              <a:srgbClr val="FFFFFF">
                <a:alpha val="8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069080"/>
            <a:ext cx="420624" cy="420624"/>
          </a:xfrm>
          <a:prstGeom prst="ellipse">
            <a:avLst/>
          </a:prstGeom>
          <a:solidFill>
            <a:srgbClr val="2EE87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64808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114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Fjerning er også arbeid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64808" y="463600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6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mest produktive dagen i prosjektet – 39 commits – gikk nesten bare med til å ta ting bort.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Studilla · 22. august – 8. september 2026 · 80 timer · 113 commits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Studilla – reisen fra idé til ferdig side</dc:title>
  <dc:subject>PptxGenJS Presentation</dc:subject>
  <dc:creator>Studilla</dc:creator>
  <cp:lastModifiedBy>Studilla</cp:lastModifiedBy>
  <cp:revision>1</cp:revision>
  <dcterms:created xsi:type="dcterms:W3CDTF">2026-09-08T20:28:19Z</dcterms:created>
  <dcterms:modified xsi:type="dcterms:W3CDTF">2026-09-08T20:28:19Z</dcterms:modified>
</cp:coreProperties>
</file>